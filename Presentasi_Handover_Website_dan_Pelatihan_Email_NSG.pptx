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5912" cy="5029200"/>
          </a:xfrm>
          <a:prstGeom prst="roundRect">
            <a:avLst/>
          </a:prstGeom>
          <a:solidFill>
            <a:srgbClr val="0F242D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sg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371600"/>
            <a:ext cx="1793404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26517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B8A6"/>
                </a:solidFill>
              </a:defRPr>
            </a:pPr>
            <a:r>
              <a:t>PROJECT HANDOVER &amp; USER TRAINING</a:t>
            </a:r>
          </a:p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Website Company Profile &amp;</a:t>
            </a:r>
            <a:br/>
            <a:r>
              <a:t>Integrasi Custom Email Gmail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PT Nattu Global Synergy  |  Domain: nattuglobalsynergy.co.id</a:t>
            </a:r>
            <a:br/>
            <a:r>
              <a:t>Panduan Penggunaan, Integrasi Third-Party Mail Client, &amp; SOP Layanan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PT NATTU GLOBAL SYNERGY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Agenda &amp; Ringkasan Hasil Proyek</a:t>
            </a:r>
          </a:p>
        </p:txBody>
      </p:sp>
      <p:pic>
        <p:nvPicPr>
          <p:cNvPr id="4" name="Picture 3" descr="nsg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1195603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3200400" cy="5943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01. Website Company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1089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Website resmi bilingual (ID &amp; EN) live &amp; responsive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Desain modern, cepat (Next.js static), SEO ready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Formulir kontak terintegrasi langsung ke email resmi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Showcase 3 divisi bisnis utama &amp; portofolio sektor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00400" cy="5943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02. Integrasi Domain Email di Gmail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1089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Akun email resmi domain @nattuglobalsynergy.co.id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Integrasi POP3 (terima) &amp; SMTP (kirim) via Gmail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Bisa diakses via Web Browser &amp; Gmail Mobile App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Tanpa lisensi Google Workspace berbayar bulanan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2440" y="1600200"/>
            <a:ext cx="3200400" cy="59436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03. SOP Layanan &amp; Dukungan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77440"/>
            <a:ext cx="31089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Prosedur pengajuan penambahan email baru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Tata cara reset password &amp; penanganan kendala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Alur permintaan update konten &amp; bug fixing website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• SLA (Service Level Agreement) pengerjaan &amp;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MODUL 1: WEBSITE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Struktur &amp; Fitur Website PT Nattu Global Synergy</a:t>
            </a:r>
          </a:p>
        </p:txBody>
      </p:sp>
      <p:pic>
        <p:nvPicPr>
          <p:cNvPr id="4" name="Picture 3" descr="nsg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1195603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Spesifikasi &amp; Arsitektur Website</a:t>
            </a:r>
          </a:p>
          <a:p>
            <a:pPr>
              <a:spcAft>
                <a:spcPts val="800"/>
              </a:spcAft>
              <a:defRPr b="1" sz="1150">
                <a:solidFill>
                  <a:srgbClr val="0F172A"/>
                </a:solidFill>
              </a:defRPr>
            </a:pPr>
            <a:r>
              <a:t>• URL Domain Resmi: </a:t>
            </a:r>
            <a:r>
              <a:rPr b="0">
                <a:solidFill>
                  <a:srgbClr val="475569"/>
                </a:solidFill>
              </a:rPr>
              <a:t>https://www.nattuglobalsynergy.co.id</a:t>
            </a:r>
          </a:p>
          <a:p>
            <a:pPr>
              <a:spcAft>
                <a:spcPts val="800"/>
              </a:spcAft>
              <a:defRPr b="1" sz="1150">
                <a:solidFill>
                  <a:srgbClr val="0F172A"/>
                </a:solidFill>
              </a:defRPr>
            </a:pPr>
            <a:r>
              <a:t>• Teknologi Frontend: </a:t>
            </a:r>
            <a:r>
              <a:rPr b="0">
                <a:solidFill>
                  <a:srgbClr val="475569"/>
                </a:solidFill>
              </a:rPr>
              <a:t>Next.js Static Export + Tailwind CSS</a:t>
            </a:r>
          </a:p>
          <a:p>
            <a:pPr>
              <a:spcAft>
                <a:spcPts val="800"/>
              </a:spcAft>
              <a:defRPr b="1" sz="1150">
                <a:solidFill>
                  <a:srgbClr val="0F172A"/>
                </a:solidFill>
              </a:defRPr>
            </a:pPr>
            <a:r>
              <a:t>• Bahasa (Bilingual): </a:t>
            </a:r>
            <a:r>
              <a:rPr b="0">
                <a:solidFill>
                  <a:srgbClr val="475569"/>
                </a:solidFill>
              </a:rPr>
              <a:t>Bahasa Indonesia (ID) &amp; English (EN)</a:t>
            </a:r>
          </a:p>
          <a:p>
            <a:pPr>
              <a:spcAft>
                <a:spcPts val="800"/>
              </a:spcAft>
              <a:defRPr b="1" sz="1150">
                <a:solidFill>
                  <a:srgbClr val="0F172A"/>
                </a:solidFill>
              </a:defRPr>
            </a:pPr>
            <a:r>
              <a:t>• Infrastruktur Hosting: </a:t>
            </a:r>
            <a:r>
              <a:rPr b="0">
                <a:solidFill>
                  <a:srgbClr val="475569"/>
                </a:solidFill>
              </a:rPr>
              <a:t>Biznet Gio Cloud cPanel (SSL Secured)</a:t>
            </a:r>
          </a:p>
          <a:p>
            <a:pPr>
              <a:spcAft>
                <a:spcPts val="800"/>
              </a:spcAft>
              <a:defRPr b="1" sz="1150">
                <a:solidFill>
                  <a:srgbClr val="0F172A"/>
                </a:solidFill>
              </a:defRPr>
            </a:pPr>
            <a:r>
              <a:t>• Formulir Kontak: </a:t>
            </a:r>
            <a:r>
              <a:rPr b="0">
                <a:solidFill>
                  <a:srgbClr val="475569"/>
                </a:solidFill>
              </a:rPr>
              <a:t>Web3Forms API (Terkirim langsung ke email)</a:t>
            </a:r>
          </a:p>
          <a:p>
            <a:pPr>
              <a:spcAft>
                <a:spcPts val="800"/>
              </a:spcAft>
              <a:defRPr b="1" sz="1150">
                <a:solidFill>
                  <a:srgbClr val="0F172A"/>
                </a:solidFill>
              </a:defRPr>
            </a:pPr>
            <a:r>
              <a:t>• Responsive Design: </a:t>
            </a:r>
            <a:r>
              <a:rPr b="0">
                <a:solidFill>
                  <a:srgbClr val="475569"/>
                </a:solidFill>
              </a:rPr>
              <a:t>Optimal di Smartphone, Tablet, Laptop, &amp; 4K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Seksi Konten &amp; Showcase Bisnis</a:t>
            </a:r>
          </a:p>
          <a:p>
            <a:pPr>
              <a:spcAft>
                <a:spcPts val="200"/>
              </a:spcAft>
              <a:defRPr b="1" sz="1150">
                <a:solidFill>
                  <a:srgbClr val="0D9488"/>
                </a:solidFill>
              </a:defRPr>
            </a:pPr>
            <a:r>
              <a:t>✔ Hero &amp; Tagline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Membangun Fondasi Kuat, Menghadirkan Sinergi Berkelanjutan.</a:t>
            </a:r>
          </a:p>
          <a:p>
            <a:pPr>
              <a:spcAft>
                <a:spcPts val="200"/>
              </a:spcAft>
              <a:defRPr b="1" sz="1150">
                <a:solidFill>
                  <a:srgbClr val="0D9488"/>
                </a:solidFill>
              </a:defRPr>
            </a:pPr>
            <a:r>
              <a:t>✔ Tentang Kami &amp; Nilai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Visi, 5 Misi utama, dan 5 Nilai Perusahaan (Integritas, Kualitas, dll).</a:t>
            </a:r>
          </a:p>
          <a:p>
            <a:pPr>
              <a:spcAft>
                <a:spcPts val="200"/>
              </a:spcAft>
              <a:defRPr b="1" sz="1150">
                <a:solidFill>
                  <a:srgbClr val="0D9488"/>
                </a:solidFill>
              </a:defRPr>
            </a:pPr>
            <a:r>
              <a:t>✔ 3 Divisi Bisnis Utama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1. Konstruksi &amp; Manufaktur</a:t>
            </a:r>
            <a:br/>
            <a:r>
              <a:t>2. Logam &amp; Material Industri</a:t>
            </a:r>
            <a:br/>
            <a:r>
              <a:t>3. Komponen Elektronik &amp; Energi Terbarukan</a:t>
            </a:r>
          </a:p>
          <a:p>
            <a:pPr>
              <a:spcAft>
                <a:spcPts val="200"/>
              </a:spcAft>
              <a:defRPr b="1" sz="1150">
                <a:solidFill>
                  <a:srgbClr val="0D9488"/>
                </a:solidFill>
              </a:defRPr>
            </a:pPr>
            <a:r>
              <a:t>✔ Keunggulan &amp; K3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8 Keunggulan kompetitif &amp; komitmen standar keselamatan kerja K3.</a:t>
            </a:r>
          </a:p>
          <a:p>
            <a:pPr>
              <a:spcAft>
                <a:spcPts val="200"/>
              </a:spcAft>
              <a:defRPr b="1" sz="1150">
                <a:solidFill>
                  <a:srgbClr val="0D9488"/>
                </a:solidFill>
              </a:defRPr>
            </a:pPr>
            <a:r>
              <a:t>✔ 13 Sektor Industri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Target industri: Otomotif, Kelistrikan, Petrokimia, Infrastruktur, dll.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MODUL 2: EMAIL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Arsitektur Integrasi Email Domain via Gmail</a:t>
            </a:r>
          </a:p>
        </p:txBody>
      </p:sp>
      <p:pic>
        <p:nvPicPr>
          <p:cNvPr id="4" name="Picture 3" descr="nsg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1195603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INFRASTRUKTUR CPANEL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Keamanan &amp; Mail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Menggunakan cPanel Mail Server Biznet Gio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Protokol terenkripsi penuh: SSL/TLS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Kuota penyimpanan terkelola aman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Domain resmi membangun kredibilitas: @nattuglobalsynergy.co.id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ANTARMUKA PENGGUNA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Gmail Client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5603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Menggunakan antarmuka Gmail yang familiar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Bebas biaya lisensi bulanan Google Workspace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Filter anti-spam Google yang sangat canggih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Fitur pencarian email cepat &amp; penyimpanan Google Drive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64592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KONFIGURASI 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92024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Parameter Teknis Koneksi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5603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POP3 Server: mail.nattuglobalsynergy.co.id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POP3 Port: 995 (SSL/TLS Aktif)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SMTP Server: mail.nattuglobalsynergy.co.id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SMTP Port: 465 (SSL/TLS Aktif)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Username: Alamat email lengkap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TUTORIAL SETUP GMAIL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Langkah 1: Menghubungkan Inbox (Menerima Email)</a:t>
            </a:r>
          </a:p>
        </p:txBody>
      </p:sp>
      <p:pic>
        <p:nvPicPr>
          <p:cNvPr id="4" name="Picture 3" descr="nsg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1195603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9728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Langkah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Buka Pengaturan Gmail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Login ke akun Gmail (personal/bisnis Anda). Klik ikon roda gigi (Settings) di pojok kanan atas, lalu klik 'See all settings' / 'Lihat semua setelan'.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1645920"/>
            <a:ext cx="109728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Langkah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1488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Pilih Tab Accounts &amp; 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7432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Pilih tab 'Accounts and Import'. Cari seksi 'Check mail from other accounts' (Periksa email dari akun lain), lalu klik 'Add an email account'.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109728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Langkah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488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Masukkan Email 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432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Masukkan alamat email domain Anda (contoh: info@nattuglobalsynergy.co.id). Pilih opsi 'Import emails from my other account (POP3)' lalu klik Next.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6840" y="1645920"/>
            <a:ext cx="109728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Langkah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1488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Input Kredensial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7432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• Username: email lengkap</a:t>
            </a:r>
            <a:br/>
            <a:r>
              <a:t>• Password: password email</a:t>
            </a:r>
            <a:br/>
            <a:r>
              <a:t>• POP Server: mail.nattuglobalsynergy.co.id</a:t>
            </a:r>
            <a:br/>
            <a:r>
              <a:t>• Port: 995</a:t>
            </a:r>
            <a:br/>
            <a:r>
              <a:t>• Centang: 'Always use a secure connection (SSL)'</a:t>
            </a:r>
            <a:br/>
            <a:r>
              <a:t>• Centang: 'Label incoming messages'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TUTORIAL SETUP GMAIL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Langkah 2: Menghubungkan Outbox (Mengirim Email)</a:t>
            </a:r>
          </a:p>
        </p:txBody>
      </p:sp>
      <p:pic>
        <p:nvPicPr>
          <p:cNvPr id="4" name="Picture 3" descr="nsg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1195603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9728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Langkah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Pilih 'Send mail as'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Pada tab 'Accounts and Import', cari seksi 'Send mail as' (Kirim email sebagai), lalu klik 'Add another email address' (Tambahkan alamat email lain).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1645920"/>
            <a:ext cx="109728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Langkah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1488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Isi Nama Pengirim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7432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Masukkan Nama Perusahaan / Nama Anda (misal: 'PT Nattu Global Synergy - Info') dan alamat email resmi. Centang opsi 'Treat as an alias' lalu klik Next Step.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109728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Langkah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488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Konfigurasi Server SMTP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432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• SMTP Server: mail.nattuglobalsynergy.co.id</a:t>
            </a:r>
            <a:br/>
            <a:r>
              <a:t>• Port: 465</a:t>
            </a:r>
            <a:br/>
            <a:r>
              <a:t>• Username: email lengkap</a:t>
            </a:r>
            <a:br/>
            <a:r>
              <a:t>• Password: password email</a:t>
            </a:r>
            <a:br/>
            <a:r>
              <a:t>• Pilih: Secured connection using SSL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6840" y="1645920"/>
            <a:ext cx="109728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Langkah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1488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Verifikasi Kode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7432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Buka inbox Gmail Anda, cari email konfirmasi dari Gmail Team berisi kode verifikasi. Masukkan kode tersebut dan klik 'Verify'. Selesai!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Panduan Pemakaian Sehari-hari &amp; Akses di Smartphone</a:t>
            </a:r>
          </a:p>
        </p:txBody>
      </p:sp>
      <p:pic>
        <p:nvPicPr>
          <p:cNvPr id="4" name="Picture 3" descr="nsg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1195603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Cara Mengirim Email Resmi dari Gmail</a:t>
            </a:r>
          </a:p>
          <a:p>
            <a:pPr>
              <a:spcAft>
                <a:spcPts val="100"/>
              </a:spcAft>
              <a:defRPr b="1" sz="1150">
                <a:solidFill>
                  <a:srgbClr val="0D9488"/>
                </a:solidFill>
              </a:defRPr>
            </a:pPr>
            <a:r>
              <a:t>1. Klik 'Tulis' (Compose)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Buka jendela pesan baru di Gmail seperti biasa.</a:t>
            </a:r>
          </a:p>
          <a:p>
            <a:pPr>
              <a:spcAft>
                <a:spcPts val="100"/>
              </a:spcAft>
              <a:defRPr b="1" sz="1150">
                <a:solidFill>
                  <a:srgbClr val="0D9488"/>
                </a:solidFill>
              </a:defRPr>
            </a:pPr>
            <a:r>
              <a:t>2. Pilih Dropdown 'From' (Dari)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Klik baris pengirim, ubah dari email pribadi ke: nama@nattuglobalsynergy.co.id.</a:t>
            </a:r>
          </a:p>
          <a:p>
            <a:pPr>
              <a:spcAft>
                <a:spcPts val="100"/>
              </a:spcAft>
              <a:defRPr b="1" sz="1150">
                <a:solidFill>
                  <a:srgbClr val="0D9488"/>
                </a:solidFill>
              </a:defRPr>
            </a:pPr>
            <a:r>
              <a:t>3. Setting Pengirim Default (Opsional)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Di tab Accounts &amp; Import, klik 'make default' di samping email domain agar otomatis terpilih saat kirim email baru.</a:t>
            </a:r>
          </a:p>
          <a:p>
            <a:pPr>
              <a:spcAft>
                <a:spcPts val="100"/>
              </a:spcAft>
              <a:defRPr b="1" sz="1150">
                <a:solidFill>
                  <a:srgbClr val="0D9488"/>
                </a:solidFill>
              </a:defRPr>
            </a:pPr>
            <a:r>
              <a:t>4. Balas Otomatis (Reply Match)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Pilih opsi 'Reply from the same address the message was sent to' agar saat membalas email klien selalu otomatis menggunakan email domain.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Akses Melalui Smartphone (Android &amp; iOS)</a:t>
            </a:r>
          </a:p>
          <a:p>
            <a:pPr>
              <a:spcAft>
                <a:spcPts val="100"/>
              </a:spcAft>
              <a:defRPr b="1" sz="1150">
                <a:solidFill>
                  <a:srgbClr val="4F46E5"/>
                </a:solidFill>
              </a:defRPr>
            </a:pPr>
            <a:r>
              <a:t>📱 Otomatis Tersinkronisasi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Setelah disetel di Web Gmail, email domain otomatis bisa dipakai mengirim &amp; menerima di aplikasi Gmail HP tanpa instalasi tambahan.</a:t>
            </a:r>
          </a:p>
          <a:p>
            <a:pPr>
              <a:spcAft>
                <a:spcPts val="100"/>
              </a:spcAft>
              <a:defRPr b="1" sz="1150">
                <a:solidFill>
                  <a:srgbClr val="4F46E5"/>
                </a:solidFill>
              </a:defRPr>
            </a:pPr>
            <a:r>
              <a:t>📱 Notifikasi Real-time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Notifikasi pesan masuk langsung muncul di HP via push notification Gmail.</a:t>
            </a:r>
          </a:p>
          <a:p>
            <a:pPr>
              <a:spcAft>
                <a:spcPts val="100"/>
              </a:spcAft>
              <a:defRPr b="1" sz="1150">
                <a:solidFill>
                  <a:srgbClr val="4F46E5"/>
                </a:solidFill>
              </a:defRPr>
            </a:pPr>
            <a:r>
              <a:t>📱 Alternatif Webmail Langsung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Bisa juga dibuka langsung via browser di https://mail.nattuglobalsynergy.co.id:2096 menggunakan username &amp; password.</a:t>
            </a:r>
          </a:p>
          <a:p>
            <a:pPr>
              <a:spcAft>
                <a:spcPts val="100"/>
              </a:spcAft>
              <a:defRPr b="1" sz="1150">
                <a:solidFill>
                  <a:srgbClr val="4F46E5"/>
                </a:solidFill>
              </a:defRPr>
            </a:pPr>
            <a:r>
              <a:t>📱 Keamanan Multi-Factor (2FA)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</a:defRPr>
            </a:pPr>
            <a:r>
              <a:t>Disarankan mengaktifkan 2-Step Verification pada akun Gmail utama untuk perlindungan maksimal.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TATA KELOLA LAYANAN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SOP Pengajuan Email: Pembuatan Baru, Reset &amp; Kendala</a:t>
            </a:r>
          </a:p>
        </p:txBody>
      </p:sp>
      <p:pic>
        <p:nvPicPr>
          <p:cNvPr id="4" name="Picture 3" descr="nsg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1195603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3200400" cy="5943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Penambahan Akun Baru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Tujuan: Karyawan baru atau departemen baru.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Format Pengajuan: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Nama Lengkap &amp; Divisi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Usulan Username (misal: budi@...)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Alamat email pribadi untuk setup awal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Estimasi Pengerjaan: Maksimal 1x24 Jam kerja.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00400" cy="5943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Reset Password / Lupa Sandi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Tujuan: Kehilangan akses / penggantian berkala.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Format Pengajuan: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Alamat email yang bermasalah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Konfirmasi PIC / Manager terkait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Password sementara akan dikirimkan via WA/Email aman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Estimasi Pengerjaan: Maksimal 2-4 Jam kerja.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2440" y="1600200"/>
            <a:ext cx="3200400" cy="59436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Penanganan Kendala / Troubleshooting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Tujuan: Email gagal kirim (bounce), error POP3/SMTP.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Format Pengajuan: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Screenshot pesan error di Gmail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Alamat email pengirim &amp; penerima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• Waktu kejadian kendala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Estimasi Pengerjaan: 1-6 Jam (sesuai tingkat urgensi).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TATA KELOLA LAYANAN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SOP Pengajuan Update Website &amp; Bug Fixing</a:t>
            </a:r>
          </a:p>
        </p:txBody>
      </p:sp>
      <p:pic>
        <p:nvPicPr>
          <p:cNvPr id="4" name="Picture 3" descr="nsg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1195603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Kategori Permintaan &amp; SLA Penyelesaian</a:t>
            </a:r>
          </a:p>
          <a:p>
            <a:pPr>
              <a:spcAft>
                <a:spcPts val="200"/>
              </a:spcAft>
              <a:defRPr b="1" sz="1150">
                <a:solidFill>
                  <a:srgbClr val="0D9488"/>
                </a:solidFill>
              </a:defRPr>
            </a:pPr>
            <a:r>
              <a:t>1. Minor Update (Konten &amp; Teks)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Perubahan nomor telepon, alamat, struktur visi misi, penambahan foto galeri divisi. SLA: 1 - 2 Hari Kerja.</a:t>
            </a:r>
          </a:p>
          <a:p>
            <a:pPr>
              <a:spcAft>
                <a:spcPts val="200"/>
              </a:spcAft>
              <a:defRPr b="1" sz="1150">
                <a:solidFill>
                  <a:srgbClr val="0D9488"/>
                </a:solidFill>
              </a:defRPr>
            </a:pPr>
            <a:r>
              <a:t>2. Bug Fixing &amp; Insiden Teknis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Form kontak tidak terkirim, tombol tidak berfungsi, layout error di perangkat tertentu. SLA: 2 - 8 Jam Kerja.</a:t>
            </a:r>
          </a:p>
          <a:p>
            <a:pPr>
              <a:spcAft>
                <a:spcPts val="200"/>
              </a:spcAft>
              <a:defRPr b="1" sz="1150">
                <a:solidFill>
                  <a:srgbClr val="0D9488"/>
                </a:solidFill>
              </a:defRPr>
            </a:pPr>
            <a:r>
              <a:t>3. Major Update / Penambahan Fitur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Penambahan halaman baru, integrasi sistem backend baru, atau redesain modul. SLA: Estimasi diberikan via Quotation/Scope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Format Template Tiket Permintaan</a:t>
            </a:r>
          </a:p>
          <a:p>
            <a:pPr>
              <a:spcAft>
                <a:spcPts val="300"/>
              </a:spcAft>
              <a:defRPr b="1" sz="1100">
                <a:solidFill>
                  <a:srgbClr val="0F172A"/>
                </a:solidFill>
              </a:defRPr>
            </a:pPr>
            <a:r>
              <a:t>Kirim permintaan ke WhatsApp Group Resmi / Email Support: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</a:p>
          <a:p>
            <a:pPr>
              <a:spcAft>
                <a:spcPts val="300"/>
              </a:spcAft>
              <a:defRPr b="1" sz="1100">
                <a:solidFill>
                  <a:srgbClr val="0F172A"/>
                </a:solidFill>
              </a:defRPr>
            </a:pPr>
            <a:r>
              <a:t>📋 Template Format Tiket: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Jenis Request: [Update Konten / Bug Fixing]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Halaman / URL Terkait: (misal: seksi Tentang Kami)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Detail Permintaan: (Jelaskan teks lama vs teks baru)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Lampiran: (Screenshot error / File foto pengganti)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Tingkat Prioritas: [Normal / Urgent]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</a:p>
          <a:p>
            <a:pPr>
              <a:spcAft>
                <a:spcPts val="300"/>
              </a:spcAft>
              <a:defRPr i="1" sz="1000">
                <a:solidFill>
                  <a:srgbClr val="F59E0B"/>
                </a:solidFill>
              </a:defRPr>
            </a:pPr>
            <a:r>
              <a:t>💡 Catatan: Setiap perubahan teks disarankan sudah final (disetujui manajemen) untuk efisiensi pengerjaan.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Rekomendasi Maintenance &amp; Keamanan Digital</a:t>
            </a:r>
          </a:p>
        </p:txBody>
      </p:sp>
      <p:pic>
        <p:nvPicPr>
          <p:cNvPr id="4" name="Picture 3" descr="nsg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1195603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D9488"/>
                </a:solidFill>
              </a:defRPr>
            </a:pPr>
            <a:r>
              <a:t>1. Keamanan Akun Email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Gunakan kombinasi password minimal 10 karakter (huruf besar, kecil, angka, simbol).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Aktifkan 2-Factor Authentication (2FA) di akun Gmail utama.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Jangan bagikan kredensial login kepada pihak di luar perusahaan.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D9488"/>
                </a:solidFill>
              </a:defRPr>
            </a:pPr>
            <a:r>
              <a:t>2. Perlindungan dari Phishing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Waspadai email mencurigakan yang meminta transfer uang atau login mendadak.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Periksa alamat email pengirim asli secara teliti sebelum membuka lampiran 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D9488"/>
                </a:solidFill>
              </a:defRPr>
            </a:pPr>
            <a:r>
              <a:t>3. Manajemen Domain &amp; Hosting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Pastikan jadwal perpanjangan (renewal) tahunan domain .co.id dan hosting Biznet Gio terdaftar.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Lakukan monitoring berkala pada kapasitas penyimpanan email cPanel.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20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06908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D9488"/>
                </a:solidFill>
              </a:defRPr>
            </a:pPr>
            <a:r>
              <a:t>4. Standar Tanda Tangan (Signature)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Gunakan format email signature standar PT Nattu Global Synergy yang mencakup nama, jabatan, alamat kantor, dan link website resmi.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5912" cy="5029200"/>
          </a:xfrm>
          <a:prstGeom prst="roundRect">
            <a:avLst/>
          </a:prstGeom>
          <a:solidFill>
            <a:srgbClr val="0F242D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TERIMA KASIH</a:t>
            </a:r>
          </a:p>
          <a:p>
            <a:pPr>
              <a:spcAft>
                <a:spcPts val="2000"/>
              </a:spcAft>
              <a:defRPr sz="1800" b="1">
                <a:solidFill>
                  <a:srgbClr val="14B8A6"/>
                </a:solidFill>
              </a:defRPr>
            </a:pPr>
            <a:r>
              <a:t>Sesi Tanya Jawab (Q&amp;A) &amp; Praktik Bersama Setup Email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Kontak Dukungan Teknis &amp; Layanan: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🌐 Website: https://www.nattuglobalsynergy.co.id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✉️ Email PIC: info@nattuglobalsynergy.co.id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💬 WhatsApp Support Group: NSG Project &amp; Maintenance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🕒 Jam Layanan Support: Senin - Jumat (09.00 - 17.00 WIB)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